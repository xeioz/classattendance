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a319c4ec64571" /><Relationship Type="http://schemas.openxmlformats.org/officeDocument/2006/relationships/extended-properties" Target="/docProps/app.xml" Id="Ree65a5328e524a0c" /><Relationship Type="http://schemas.openxmlformats.org/officeDocument/2006/relationships/officeDocument" Target="/ppt/presentation.xml" Id="R8c6c147cf80c40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aa380effaf46ad"/>
  </p:sldMasterIdLst>
  <p:notesMasterIdLst>
    <p:notesMasterId xmlns:r="http://schemas.openxmlformats.org/officeDocument/2006/relationships" r:id="R621836857b824194"/>
  </p:notesMasterIdLst>
  <p:sldIdLst>
    <p:sldId xmlns:r="http://schemas.openxmlformats.org/officeDocument/2006/relationships" id="256" r:id="R060535784e3b40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bdb1d20eba47d0" /><Relationship Type="http://schemas.openxmlformats.org/officeDocument/2006/relationships/slideMaster" Target="/ppt/slideMasters/slideMaster1.xml" Id="Refaa380effaf46ad" /><Relationship Type="http://schemas.openxmlformats.org/officeDocument/2006/relationships/notesMaster" Target="/ppt/notesMasters/notesMaster1.xml" Id="R621836857b824194" /><Relationship Type="http://schemas.openxmlformats.org/officeDocument/2006/relationships/presProps" Target="/ppt/presProps.xml" Id="Rdf6c344eba68443a" /><Relationship Type="http://schemas.openxmlformats.org/officeDocument/2006/relationships/tableStyles" Target="/ppt/tableStyles.xml" Id="R6e258ad7c17c4753" /><Relationship Type="http://schemas.openxmlformats.org/officeDocument/2006/relationships/slide" Target="/ppt/slides/slide1.xml" Id="R060535784e3b40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47c7092c946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69f2c867254806" /><Relationship Type="http://schemas.openxmlformats.org/officeDocument/2006/relationships/notesMaster" Target="/ppt/notesMasters/notesMaster1.xml" Id="Re850b5f9d99e49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installation required. Remember ID is optional. Ask for manual attendance if the device or cached website is unavailable. Source: docs/student-guide.md.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251c56ce347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598f9f3aa49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f53109f7e42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33f8c471c4e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46b7d9a3c44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84132e8bd46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4B7B06-F886-4875-AAFA-64EAE94F0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21E89E-CDB3-4E8F-95BC-5F1A20E887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BCF6F5-13F4-4E93-9C7A-C60FFA87C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0DA015-C4E3-4C2F-AF9D-5CDA17393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AC53A1-CF72-4551-9C8C-8DF24CC2BA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7AE25B-F7EA-4D7D-AC61-0669EE9DE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EDDE4C-E044-4083-A501-976103DF0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E897A1-57F1-4772-B8F1-757A17C023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DC55F5-C7CE-46B5-A6BA-1A45CA404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83265F-B3FE-41B1-9227-69BAD6E14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fc5aa5b4404d5b" /><Relationship Type="http://schemas.openxmlformats.org/officeDocument/2006/relationships/slideLayout" Target="/ppt/slideLayouts/slideLayout1.xml" Id="R27390a77a8524354" /><Relationship Type="http://schemas.openxmlformats.org/officeDocument/2006/relationships/slideLayout" Target="/ppt/slideLayouts/slideLayout2.xml" Id="R5996b262fc994dee" /><Relationship Type="http://schemas.openxmlformats.org/officeDocument/2006/relationships/slideLayout" Target="/ppt/slideLayouts/slideLayout3.xml" Id="Raed8e628effa4f71" /><Relationship Type="http://schemas.openxmlformats.org/officeDocument/2006/relationships/slideLayout" Target="/ppt/slideLayouts/slideLayout4.xml" Id="R1d86b09ee2ea4758" /><Relationship Type="http://schemas.openxmlformats.org/officeDocument/2006/relationships/slideLayout" Target="/ppt/slideLayouts/slideLayout5.xml" Id="R2bf7e2d191354877" /><Relationship Type="http://schemas.openxmlformats.org/officeDocument/2006/relationships/slideLayout" Target="/ppt/slideLayouts/slideLayout6.xml" Id="Rfc4d99d2f66d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390a77a8524354"/>
    <p:sldLayoutId xmlns:r="http://schemas.openxmlformats.org/officeDocument/2006/relationships" id="2147483650" r:id="R5996b262fc994dee"/>
    <p:sldLayoutId xmlns:r="http://schemas.openxmlformats.org/officeDocument/2006/relationships" id="2147483651" r:id="Raed8e628effa4f71"/>
    <p:sldLayoutId xmlns:r="http://schemas.openxmlformats.org/officeDocument/2006/relationships" id="2147483652" r:id="R1d86b09ee2ea4758"/>
    <p:sldLayoutId xmlns:r="http://schemas.openxmlformats.org/officeDocument/2006/relationships" id="2147483653" r:id="R2bf7e2d191354877"/>
    <p:sldLayoutId xmlns:r="http://schemas.openxmlformats.org/officeDocument/2006/relationships" id="2147483654" r:id="Rfc4d99d2f66d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3439cd6124a6c" /><Relationship Type="http://schemas.openxmlformats.org/officeDocument/2006/relationships/notesSlide" Target="/ppt/notesSlides/notesSlide1.xml" Id="R44491d29ff6949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B9709-4A1C-467B-97F1-D416CD80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Your browser attendance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685D0-BA73-4CC8-A6B6-E62FF7B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1. Prepare the website online before class.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8929C-82B1-46B9-915E-C8F3FEA8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2. Confirm your student ID and room challenge.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62BB4-FE6A-452A-B450-73D72418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3. Show your QR and wait for saved confirmation.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12883-A180-4630-8E09-46AF9C6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8836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2026-10-17T01:19:50.3510000Z</dcterms:created>
  <dcterms:modified xsi:type="dcterms:W3CDTF">2026-10-17T01:19:50.3510000Z</dcterms:modified>
</coreProperties>
</file>